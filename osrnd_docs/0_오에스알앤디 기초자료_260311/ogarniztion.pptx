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85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69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20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04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28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70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77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66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46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832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4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E585E-D96F-4774-A276-1E6789AA0F9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9F467-8504-4799-9C2B-08D483ADCB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61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A94E299-2945-4184-A1BA-30E7BF261599}"/>
              </a:ext>
            </a:extLst>
          </p:cNvPr>
          <p:cNvSpPr/>
          <p:nvPr/>
        </p:nvSpPr>
        <p:spPr>
          <a:xfrm>
            <a:off x="4197153" y="2035969"/>
            <a:ext cx="1671638" cy="412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chemeClr val="tx1"/>
                </a:solidFill>
              </a:rPr>
              <a:t>대표이사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C8835A-F0B5-450C-9665-0AB1C1EF062A}"/>
              </a:ext>
            </a:extLst>
          </p:cNvPr>
          <p:cNvSpPr/>
          <p:nvPr/>
        </p:nvSpPr>
        <p:spPr>
          <a:xfrm>
            <a:off x="4357094" y="2980134"/>
            <a:ext cx="1351756" cy="412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chemeClr val="tx1"/>
                </a:solidFill>
              </a:rPr>
              <a:t>부사장</a:t>
            </a:r>
            <a:endParaRPr lang="ko-KR" altLang="en-US" sz="13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DA135B-E3EB-4DA3-8E27-E067AB5D2F12}"/>
              </a:ext>
            </a:extLst>
          </p:cNvPr>
          <p:cNvSpPr/>
          <p:nvPr/>
        </p:nvSpPr>
        <p:spPr>
          <a:xfrm>
            <a:off x="1000919" y="4708525"/>
            <a:ext cx="1331119" cy="412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19">
                <a:solidFill>
                  <a:schemeClr val="tx1"/>
                </a:solidFill>
              </a:rPr>
              <a:t>엔지니어링</a:t>
            </a:r>
            <a:r>
              <a:rPr lang="en-US" altLang="ko-KR" sz="1219">
                <a:solidFill>
                  <a:schemeClr val="tx1"/>
                </a:solidFill>
              </a:rPr>
              <a:t>1</a:t>
            </a:r>
            <a:r>
              <a:rPr lang="ko-KR" altLang="en-US" sz="1219">
                <a:solidFill>
                  <a:schemeClr val="tx1"/>
                </a:solidFill>
              </a:rPr>
              <a:t>팀</a:t>
            </a:r>
            <a:endParaRPr lang="ko-KR" altLang="en-US" sz="1219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96B22D-E021-4C84-B33F-3710AC834E56}"/>
              </a:ext>
            </a:extLst>
          </p:cNvPr>
          <p:cNvSpPr/>
          <p:nvPr/>
        </p:nvSpPr>
        <p:spPr>
          <a:xfrm>
            <a:off x="2682877" y="4718844"/>
            <a:ext cx="1331119" cy="412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19">
                <a:solidFill>
                  <a:schemeClr val="tx1"/>
                </a:solidFill>
              </a:rPr>
              <a:t>엔지니어링</a:t>
            </a:r>
            <a:r>
              <a:rPr lang="en-US" altLang="ko-KR" sz="1219">
                <a:solidFill>
                  <a:schemeClr val="tx1"/>
                </a:solidFill>
              </a:rPr>
              <a:t>2</a:t>
            </a:r>
            <a:r>
              <a:rPr lang="ko-KR" altLang="en-US" sz="1219">
                <a:solidFill>
                  <a:schemeClr val="tx1"/>
                </a:solidFill>
              </a:rPr>
              <a:t>팀</a:t>
            </a:r>
            <a:endParaRPr lang="ko-KR" altLang="en-US" sz="1219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8EF9D4-352C-494E-A0F7-D6EE0C0D1052}"/>
              </a:ext>
            </a:extLst>
          </p:cNvPr>
          <p:cNvSpPr/>
          <p:nvPr/>
        </p:nvSpPr>
        <p:spPr>
          <a:xfrm>
            <a:off x="4375156" y="3924300"/>
            <a:ext cx="1331119" cy="412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19">
                <a:solidFill>
                  <a:schemeClr val="tx1"/>
                </a:solidFill>
              </a:rPr>
              <a:t>기술영업부</a:t>
            </a:r>
            <a:endParaRPr lang="ko-KR" altLang="en-US" sz="1219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276867-227F-4A35-87B9-D6B11D471D6A}"/>
              </a:ext>
            </a:extLst>
          </p:cNvPr>
          <p:cNvSpPr/>
          <p:nvPr/>
        </p:nvSpPr>
        <p:spPr>
          <a:xfrm>
            <a:off x="4377731" y="4708525"/>
            <a:ext cx="1331119" cy="412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19">
                <a:solidFill>
                  <a:schemeClr val="tx1"/>
                </a:solidFill>
              </a:rPr>
              <a:t>영업</a:t>
            </a:r>
            <a:r>
              <a:rPr lang="en-US" altLang="ko-KR" sz="1219">
                <a:solidFill>
                  <a:schemeClr val="tx1"/>
                </a:solidFill>
              </a:rPr>
              <a:t>/</a:t>
            </a:r>
            <a:r>
              <a:rPr lang="ko-KR" altLang="en-US" sz="1219">
                <a:solidFill>
                  <a:schemeClr val="tx1"/>
                </a:solidFill>
              </a:rPr>
              <a:t>업무지원팀</a:t>
            </a:r>
            <a:endParaRPr lang="ko-KR" altLang="en-US" sz="1219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F5B670-4B08-4175-AD79-FF8490012FFE}"/>
              </a:ext>
            </a:extLst>
          </p:cNvPr>
          <p:cNvSpPr/>
          <p:nvPr/>
        </p:nvSpPr>
        <p:spPr>
          <a:xfrm>
            <a:off x="7073510" y="3924300"/>
            <a:ext cx="1331119" cy="412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19">
                <a:solidFill>
                  <a:schemeClr val="tx1"/>
                </a:solidFill>
              </a:rPr>
              <a:t>연구전담부서</a:t>
            </a:r>
            <a:endParaRPr lang="ko-KR" altLang="en-US" sz="1219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9DA33CD-C69C-4B41-A67A-C99965DD780E}"/>
              </a:ext>
            </a:extLst>
          </p:cNvPr>
          <p:cNvCxnSpPr>
            <a:cxnSpLocks/>
          </p:cNvCxnSpPr>
          <p:nvPr/>
        </p:nvCxnSpPr>
        <p:spPr>
          <a:xfrm flipH="1">
            <a:off x="2556475" y="3645694"/>
            <a:ext cx="24764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4490E87-E49F-41C5-88DA-117E951BB238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5032972" y="3392884"/>
            <a:ext cx="7743" cy="531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99E713D-07B5-4172-9B7B-1A2A2B81FC7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666478" y="4538266"/>
            <a:ext cx="0" cy="170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83D4FF3-2851-4EAF-B3B6-5D97E6CEF19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348436" y="4538266"/>
            <a:ext cx="0" cy="180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880A316-C830-42C4-9035-8D6AB9A5168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5040715" y="4337050"/>
            <a:ext cx="2576" cy="371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971EC2E-FF8D-4592-A28E-06420C888FE8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739069" y="2724746"/>
            <a:ext cx="0" cy="1199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46E67D5-1F4A-4496-B9DB-F00E9CF5655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032972" y="2448719"/>
            <a:ext cx="0" cy="531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30C72A3-B4E9-4C0F-91B9-72ABAFEFB107}"/>
              </a:ext>
            </a:extLst>
          </p:cNvPr>
          <p:cNvCxnSpPr>
            <a:cxnSpLocks/>
          </p:cNvCxnSpPr>
          <p:nvPr/>
        </p:nvCxnSpPr>
        <p:spPr>
          <a:xfrm flipH="1">
            <a:off x="5039424" y="2714427"/>
            <a:ext cx="2699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7E0B007-2207-415E-AD6E-8BD31766FD7F}"/>
              </a:ext>
            </a:extLst>
          </p:cNvPr>
          <p:cNvSpPr/>
          <p:nvPr/>
        </p:nvSpPr>
        <p:spPr>
          <a:xfrm>
            <a:off x="1890916" y="3924300"/>
            <a:ext cx="1331119" cy="412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19">
                <a:solidFill>
                  <a:schemeClr val="tx1"/>
                </a:solidFill>
              </a:rPr>
              <a:t>엔지니어링부</a:t>
            </a:r>
            <a:endParaRPr lang="ko-KR" altLang="en-US" sz="1219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80E519D-7174-4055-A89E-3F23F8232916}"/>
              </a:ext>
            </a:extLst>
          </p:cNvPr>
          <p:cNvCxnSpPr>
            <a:cxnSpLocks/>
          </p:cNvCxnSpPr>
          <p:nvPr/>
        </p:nvCxnSpPr>
        <p:spPr>
          <a:xfrm flipH="1">
            <a:off x="1666480" y="4533106"/>
            <a:ext cx="1681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8218511-4FBC-4F60-BF78-4478702947D2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2556475" y="4337050"/>
            <a:ext cx="0" cy="201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C30F5B42-B3C7-4CE8-ABC5-2F80EB8545A5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2556475" y="3645694"/>
            <a:ext cx="1" cy="278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76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</TotalTime>
  <Words>14</Words>
  <Application>Microsoft Office PowerPoint</Application>
  <PresentationFormat>A4 용지(210x297mm)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aje</dc:creator>
  <cp:lastModifiedBy>aje</cp:lastModifiedBy>
  <cp:revision>9</cp:revision>
  <dcterms:created xsi:type="dcterms:W3CDTF">2026-04-03T01:37:56Z</dcterms:created>
  <dcterms:modified xsi:type="dcterms:W3CDTF">2026-04-03T07:17:52Z</dcterms:modified>
</cp:coreProperties>
</file>