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9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66B16-C7B9-4E4C-AFB3-51151A897682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8FDD-3968-4D71-872D-81C96BC7B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3360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66B16-C7B9-4E4C-AFB3-51151A897682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8FDD-3968-4D71-872D-81C96BC7B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463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66B16-C7B9-4E4C-AFB3-51151A897682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8FDD-3968-4D71-872D-81C96BC7B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61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66B16-C7B9-4E4C-AFB3-51151A897682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8FDD-3968-4D71-872D-81C96BC7B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09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66B16-C7B9-4E4C-AFB3-51151A897682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8FDD-3968-4D71-872D-81C96BC7B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187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66B16-C7B9-4E4C-AFB3-51151A897682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8FDD-3968-4D71-872D-81C96BC7B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3455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66B16-C7B9-4E4C-AFB3-51151A897682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8FDD-3968-4D71-872D-81C96BC7B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60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66B16-C7B9-4E4C-AFB3-51151A897682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8FDD-3968-4D71-872D-81C96BC7B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0140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66B16-C7B9-4E4C-AFB3-51151A897682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8FDD-3968-4D71-872D-81C96BC7B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675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66B16-C7B9-4E4C-AFB3-51151A897682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8FDD-3968-4D71-872D-81C96BC7B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7384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66B16-C7B9-4E4C-AFB3-51151A897682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38FDD-3968-4D71-872D-81C96BC7B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287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66B16-C7B9-4E4C-AFB3-51151A897682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38FDD-3968-4D71-872D-81C96BC7B1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205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9A6504-A75F-4D17-A8BB-2F1C3E37FC0B}"/>
              </a:ext>
            </a:extLst>
          </p:cNvPr>
          <p:cNvSpPr txBox="1"/>
          <p:nvPr/>
        </p:nvSpPr>
        <p:spPr>
          <a:xfrm>
            <a:off x="564776" y="900953"/>
            <a:ext cx="8821271" cy="53653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78606" indent="-278606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ko-KR" altLang="en-US" sz="1463">
                <a:latin typeface="+mn-ea"/>
              </a:rPr>
              <a:t>조직도 변경</a:t>
            </a:r>
            <a:r>
              <a:rPr lang="en-US" altLang="ko-KR" sz="1463">
                <a:latin typeface="+mn-ea"/>
              </a:rPr>
              <a:t>(</a:t>
            </a:r>
            <a:r>
              <a:rPr lang="ko-KR" altLang="en-US" sz="1463">
                <a:latin typeface="+mn-ea"/>
              </a:rPr>
              <a:t>트리형식</a:t>
            </a:r>
            <a:r>
              <a:rPr lang="en-US" altLang="ko-KR" sz="1463">
                <a:latin typeface="+mn-ea"/>
              </a:rPr>
              <a:t>)</a:t>
            </a:r>
          </a:p>
          <a:p>
            <a:pPr marL="278606" indent="-278606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ko-KR" altLang="en-US" sz="1463">
                <a:latin typeface="+mn-ea"/>
              </a:rPr>
              <a:t>제품 추가</a:t>
            </a:r>
            <a:r>
              <a:rPr lang="en-US" altLang="ko-KR" sz="1463">
                <a:latin typeface="+mn-ea"/>
              </a:rPr>
              <a:t>(</a:t>
            </a:r>
            <a:r>
              <a:rPr lang="ko-KR" altLang="en-US" sz="1463">
                <a:latin typeface="+mn-ea"/>
              </a:rPr>
              <a:t>임베디드</a:t>
            </a:r>
            <a:r>
              <a:rPr lang="en-US" altLang="ko-KR" sz="1463">
                <a:latin typeface="+mn-ea"/>
              </a:rPr>
              <a:t>) </a:t>
            </a:r>
            <a:r>
              <a:rPr lang="ko-KR" altLang="en-US" sz="1463">
                <a:latin typeface="+mn-ea"/>
              </a:rPr>
              <a:t>및 제품명 수정</a:t>
            </a:r>
            <a:r>
              <a:rPr lang="en-US" altLang="ko-KR" sz="1463">
                <a:latin typeface="+mn-ea"/>
              </a:rPr>
              <a:t>(PSD3-24 </a:t>
            </a:r>
            <a:r>
              <a:rPr lang="en-US" altLang="ko-KR" sz="1463">
                <a:latin typeface="+mn-ea"/>
                <a:sym typeface="Wingdings" panose="05000000000000000000" pitchFamily="2" charset="2"/>
              </a:rPr>
              <a:t> PSD5-24)</a:t>
            </a:r>
          </a:p>
          <a:p>
            <a:pPr marL="278606" indent="-278606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ko-KR" altLang="en-US" sz="1463">
                <a:latin typeface="+mn-ea"/>
                <a:sym typeface="Wingdings" panose="05000000000000000000" pitchFamily="2" charset="2"/>
              </a:rPr>
              <a:t>사업실적 내용 중 </a:t>
            </a:r>
            <a:r>
              <a:rPr lang="en-US" altLang="ko-KR" sz="1463">
                <a:latin typeface="+mn-ea"/>
                <a:sym typeface="Wingdings" panose="05000000000000000000" pitchFamily="2" charset="2"/>
              </a:rPr>
              <a:t>“</a:t>
            </a:r>
            <a:r>
              <a:rPr lang="ko-KR" altLang="en-US" sz="1463">
                <a:latin typeface="+mn-ea"/>
                <a:sym typeface="Wingdings" panose="05000000000000000000" pitchFamily="2" charset="2"/>
              </a:rPr>
              <a:t>공사</a:t>
            </a:r>
            <a:r>
              <a:rPr lang="en-US" altLang="ko-KR" sz="1463">
                <a:latin typeface="+mn-ea"/>
                <a:sym typeface="Wingdings" panose="05000000000000000000" pitchFamily="2" charset="2"/>
              </a:rPr>
              <a:t>” </a:t>
            </a:r>
            <a:r>
              <a:rPr lang="ko-KR" altLang="en-US" sz="1463">
                <a:latin typeface="+mn-ea"/>
                <a:sym typeface="Wingdings" panose="05000000000000000000" pitchFamily="2" charset="2"/>
              </a:rPr>
              <a:t>단어 삭제</a:t>
            </a:r>
            <a:endParaRPr lang="en-US" altLang="ko-KR" sz="1463">
              <a:latin typeface="+mn-ea"/>
              <a:sym typeface="Wingdings" panose="05000000000000000000" pitchFamily="2" charset="2"/>
            </a:endParaRPr>
          </a:p>
          <a:p>
            <a:pPr marL="278606" indent="-278606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ko-KR" altLang="en-US" sz="1463">
                <a:latin typeface="+mn-ea"/>
                <a:sym typeface="Wingdings" panose="05000000000000000000" pitchFamily="2" charset="2"/>
              </a:rPr>
              <a:t>고객사 </a:t>
            </a:r>
            <a:r>
              <a:rPr lang="en-US" altLang="ko-KR" sz="1463">
                <a:latin typeface="+mn-ea"/>
                <a:sym typeface="Wingdings" panose="05000000000000000000" pitchFamily="2" charset="2"/>
              </a:rPr>
              <a:t>“(</a:t>
            </a:r>
            <a:r>
              <a:rPr lang="ko-KR" altLang="en-US" sz="1463">
                <a:latin typeface="+mn-ea"/>
                <a:sym typeface="Wingdings" panose="05000000000000000000" pitchFamily="2" charset="2"/>
              </a:rPr>
              <a:t>주</a:t>
            </a:r>
            <a:r>
              <a:rPr lang="en-US" altLang="ko-KR" sz="1463">
                <a:latin typeface="+mn-ea"/>
                <a:sym typeface="Wingdings" panose="05000000000000000000" pitchFamily="2" charset="2"/>
              </a:rPr>
              <a:t>)</a:t>
            </a:r>
            <a:r>
              <a:rPr lang="ko-KR" altLang="en-US" sz="1463">
                <a:latin typeface="+mn-ea"/>
                <a:sym typeface="Wingdings" panose="05000000000000000000" pitchFamily="2" charset="2"/>
              </a:rPr>
              <a:t>정연</a:t>
            </a:r>
            <a:r>
              <a:rPr lang="en-US" altLang="ko-KR" sz="1463">
                <a:latin typeface="+mn-ea"/>
                <a:sym typeface="Wingdings" panose="05000000000000000000" pitchFamily="2" charset="2"/>
              </a:rPr>
              <a:t>”</a:t>
            </a:r>
            <a:r>
              <a:rPr lang="ko-KR" altLang="en-US" sz="1463">
                <a:latin typeface="+mn-ea"/>
                <a:sym typeface="Wingdings" panose="05000000000000000000" pitchFamily="2" charset="2"/>
              </a:rPr>
              <a:t> 삭제</a:t>
            </a:r>
            <a:endParaRPr lang="en-US" altLang="ko-KR" sz="1463">
              <a:latin typeface="+mn-ea"/>
              <a:sym typeface="Wingdings" panose="05000000000000000000" pitchFamily="2" charset="2"/>
            </a:endParaRPr>
          </a:p>
          <a:p>
            <a:pPr marL="278606" indent="-278606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ko-KR" altLang="en-US" sz="1463">
                <a:latin typeface="+mn-ea"/>
                <a:sym typeface="Wingdings" panose="05000000000000000000" pitchFamily="2" charset="2"/>
              </a:rPr>
              <a:t>사업분야 메뉴</a:t>
            </a:r>
            <a:endParaRPr lang="en-US" altLang="ko-KR" sz="1463">
              <a:latin typeface="+mn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ko-KR" sz="1463">
                <a:latin typeface="+mn-ea"/>
                <a:sym typeface="Wingdings" panose="05000000000000000000" pitchFamily="2" charset="2"/>
              </a:rPr>
              <a:t>   -</a:t>
            </a:r>
            <a:r>
              <a:rPr lang="ko-KR" altLang="en-US" sz="1463">
                <a:latin typeface="+mn-ea"/>
                <a:sym typeface="Wingdings" panose="05000000000000000000" pitchFamily="2" charset="2"/>
              </a:rPr>
              <a:t> 공장자동화 페이지</a:t>
            </a:r>
            <a:r>
              <a:rPr lang="en-US" altLang="ko-KR" sz="1463">
                <a:latin typeface="+mn-ea"/>
                <a:sym typeface="Wingdings" panose="05000000000000000000" pitchFamily="2" charset="2"/>
              </a:rPr>
              <a:t>,</a:t>
            </a:r>
            <a:r>
              <a:rPr lang="ko-KR" altLang="en-US" sz="1463">
                <a:latin typeface="+mn-ea"/>
                <a:sym typeface="Wingdings" panose="05000000000000000000" pitchFamily="2" charset="2"/>
              </a:rPr>
              <a:t> 사진 </a:t>
            </a:r>
            <a:r>
              <a:rPr lang="en-US" altLang="ko-KR" sz="1463">
                <a:latin typeface="+mn-ea"/>
                <a:sym typeface="Wingdings" panose="05000000000000000000" pitchFamily="2" charset="2"/>
              </a:rPr>
              <a:t>1</a:t>
            </a:r>
            <a:r>
              <a:rPr lang="ko-KR" altLang="en-US" sz="1463">
                <a:latin typeface="+mn-ea"/>
                <a:sym typeface="Wingdings" panose="05000000000000000000" pitchFamily="2" charset="2"/>
              </a:rPr>
              <a:t>장으로 변경</a:t>
            </a:r>
            <a:endParaRPr lang="en-US" altLang="ko-KR" sz="1463">
              <a:latin typeface="+mn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ko-KR" sz="1463">
                <a:latin typeface="+mn-ea"/>
                <a:sym typeface="Wingdings" panose="05000000000000000000" pitchFamily="2" charset="2"/>
              </a:rPr>
              <a:t>   - </a:t>
            </a:r>
            <a:r>
              <a:rPr lang="ko-KR" altLang="en-US" sz="1463">
                <a:latin typeface="+mn-ea"/>
                <a:sym typeface="Wingdings" panose="05000000000000000000" pitchFamily="2" charset="2"/>
              </a:rPr>
              <a:t>연구개발 페이지</a:t>
            </a:r>
            <a:r>
              <a:rPr lang="en-US" altLang="ko-KR" sz="1463">
                <a:latin typeface="+mn-ea"/>
                <a:sym typeface="Wingdings" panose="05000000000000000000" pitchFamily="2" charset="2"/>
              </a:rPr>
              <a:t>,</a:t>
            </a:r>
            <a:r>
              <a:rPr lang="ko-KR" altLang="en-US" sz="1463">
                <a:latin typeface="+mn-ea"/>
                <a:sym typeface="Wingdings" panose="05000000000000000000" pitchFamily="2" charset="2"/>
              </a:rPr>
              <a:t> 작업장 환경을 연구전담부서로 변경</a:t>
            </a:r>
            <a:r>
              <a:rPr lang="en-US" altLang="ko-KR" sz="1463"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463">
                <a:latin typeface="+mn-ea"/>
                <a:sym typeface="Wingdings" panose="05000000000000000000" pitchFamily="2" charset="2"/>
              </a:rPr>
              <a:t>및 사진 </a:t>
            </a:r>
            <a:r>
              <a:rPr lang="en-US" altLang="ko-KR" sz="1463">
                <a:latin typeface="+mn-ea"/>
                <a:sym typeface="Wingdings" panose="05000000000000000000" pitchFamily="2" charset="2"/>
              </a:rPr>
              <a:t>4</a:t>
            </a:r>
            <a:r>
              <a:rPr lang="ko-KR" altLang="en-US" sz="1463">
                <a:latin typeface="+mn-ea"/>
                <a:sym typeface="Wingdings" panose="05000000000000000000" pitchFamily="2" charset="2"/>
              </a:rPr>
              <a:t>장 </a:t>
            </a:r>
            <a:r>
              <a:rPr lang="en-US" altLang="ko-KR" sz="1463">
                <a:latin typeface="+mn-ea"/>
                <a:sym typeface="Wingdings" panose="05000000000000000000" pitchFamily="2" charset="2"/>
              </a:rPr>
              <a:t>2X2 </a:t>
            </a:r>
            <a:r>
              <a:rPr lang="ko-KR" altLang="en-US" sz="1463">
                <a:latin typeface="+mn-ea"/>
                <a:sym typeface="Wingdings" panose="05000000000000000000" pitchFamily="2" charset="2"/>
              </a:rPr>
              <a:t>배열</a:t>
            </a:r>
            <a:r>
              <a:rPr lang="en-US" altLang="ko-KR" sz="1463">
                <a:latin typeface="+mn-ea"/>
                <a:sym typeface="Wingdings" panose="05000000000000000000" pitchFamily="2" charset="2"/>
              </a:rPr>
              <a:t>(</a:t>
            </a:r>
            <a:r>
              <a:rPr lang="ko-KR" altLang="en-US" sz="1463">
                <a:latin typeface="+mn-ea"/>
                <a:sym typeface="Wingdings" panose="05000000000000000000" pitchFamily="2" charset="2"/>
              </a:rPr>
              <a:t>향후 사진 변경</a:t>
            </a:r>
            <a:r>
              <a:rPr lang="en-US" altLang="ko-KR" sz="1463">
                <a:latin typeface="+mn-ea"/>
                <a:sym typeface="Wingdings" panose="05000000000000000000" pitchFamily="2" charset="2"/>
              </a:rPr>
              <a:t>)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 startAt="6"/>
            </a:pPr>
            <a:r>
              <a:rPr lang="ko-KR" altLang="en-US" sz="1463">
                <a:latin typeface="+mn-ea"/>
                <a:sym typeface="Wingdings" panose="05000000000000000000" pitchFamily="2" charset="2"/>
              </a:rPr>
              <a:t>회사연혁과 사업실적 추가 및 수정 가능</a:t>
            </a:r>
            <a:r>
              <a:rPr lang="en-US" altLang="ko-KR" sz="1463">
                <a:latin typeface="+mn-ea"/>
                <a:sym typeface="Wingdings" panose="05000000000000000000" pitchFamily="2" charset="2"/>
              </a:rPr>
              <a:t>(</a:t>
            </a:r>
            <a:r>
              <a:rPr lang="ko-KR" altLang="en-US" sz="1463">
                <a:latin typeface="+mn-ea"/>
                <a:sym typeface="Wingdings" panose="05000000000000000000" pitchFamily="2" charset="2"/>
              </a:rPr>
              <a:t>관리자 로그인 상태</a:t>
            </a:r>
            <a:r>
              <a:rPr lang="en-US" altLang="ko-KR" sz="1463">
                <a:latin typeface="+mn-ea"/>
                <a:sym typeface="Wingdings" panose="05000000000000000000" pitchFamily="2" charset="2"/>
              </a:rPr>
              <a:t>)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ko-KR" sz="1463">
                <a:latin typeface="+mn-ea"/>
                <a:sym typeface="Wingdings" panose="05000000000000000000" pitchFamily="2" charset="2"/>
              </a:rPr>
              <a:t>   - </a:t>
            </a:r>
            <a:r>
              <a:rPr lang="ko-KR" altLang="en-US" sz="1463">
                <a:latin typeface="+mn-ea"/>
                <a:sym typeface="Wingdings" panose="05000000000000000000" pitchFamily="2" charset="2"/>
              </a:rPr>
              <a:t>과거 내용도 수정</a:t>
            </a:r>
            <a:r>
              <a:rPr lang="en-US" altLang="ko-KR" sz="1463">
                <a:latin typeface="+mn-ea"/>
                <a:sym typeface="Wingdings" panose="05000000000000000000" pitchFamily="2" charset="2"/>
              </a:rPr>
              <a:t>/</a:t>
            </a:r>
            <a:r>
              <a:rPr lang="ko-KR" altLang="en-US" sz="1463">
                <a:latin typeface="+mn-ea"/>
                <a:sym typeface="Wingdings" panose="05000000000000000000" pitchFamily="2" charset="2"/>
              </a:rPr>
              <a:t>삭제 가능 </a:t>
            </a:r>
            <a:endParaRPr lang="en-US" altLang="ko-KR" sz="1463">
              <a:latin typeface="+mn-ea"/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Font typeface="+mj-lt"/>
              <a:buAutoNum type="arabicPeriod" startAt="7"/>
            </a:pPr>
            <a:r>
              <a:rPr lang="ko-KR" altLang="en-US" sz="1463">
                <a:latin typeface="+mn-ea"/>
                <a:sym typeface="Wingdings" panose="05000000000000000000" pitchFamily="2" charset="2"/>
              </a:rPr>
              <a:t>관리자 기능 추가</a:t>
            </a:r>
            <a:endParaRPr lang="en-US" altLang="ko-KR" sz="1463">
              <a:latin typeface="+mn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ko-KR" sz="1463">
                <a:latin typeface="+mn-ea"/>
                <a:sym typeface="Wingdings" panose="05000000000000000000" pitchFamily="2" charset="2"/>
              </a:rPr>
              <a:t>   - </a:t>
            </a:r>
            <a:r>
              <a:rPr lang="ko-KR" altLang="en-US" sz="1463">
                <a:latin typeface="+mn-ea"/>
                <a:sym typeface="Wingdings" panose="05000000000000000000" pitchFamily="2" charset="2"/>
              </a:rPr>
              <a:t>관리자 로그인 후 홈 또는 다른 페이지 조회 상태에서도 로그인 유지</a:t>
            </a:r>
            <a:endParaRPr lang="en-US" altLang="ko-KR" sz="1463">
              <a:latin typeface="+mn-ea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ko-KR" sz="1463">
                <a:latin typeface="+mn-ea"/>
                <a:sym typeface="Wingdings" panose="05000000000000000000" pitchFamily="2" charset="2"/>
              </a:rPr>
              <a:t>   - </a:t>
            </a:r>
            <a:r>
              <a:rPr lang="ko-KR" altLang="en-US" sz="1463">
                <a:latin typeface="+mn-ea"/>
                <a:sym typeface="Wingdings" panose="05000000000000000000" pitchFamily="2" charset="2"/>
              </a:rPr>
              <a:t>관리자 환경에서만 로그아웃 가능 </a:t>
            </a:r>
            <a:endParaRPr lang="ko-KR" altLang="en-US" sz="1463">
              <a:latin typeface="+mn-ea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AE6C01E-8F5D-4843-9A02-6A7CB257C739}"/>
              </a:ext>
            </a:extLst>
          </p:cNvPr>
          <p:cNvCxnSpPr/>
          <p:nvPr/>
        </p:nvCxnSpPr>
        <p:spPr>
          <a:xfrm>
            <a:off x="403412" y="793376"/>
            <a:ext cx="88750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0D08C6C-27A5-4887-AA7A-2C8AEB98F91E}"/>
              </a:ext>
            </a:extLst>
          </p:cNvPr>
          <p:cNvSpPr txBox="1"/>
          <p:nvPr/>
        </p:nvSpPr>
        <p:spPr>
          <a:xfrm>
            <a:off x="403412" y="295835"/>
            <a:ext cx="7449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>
                <a:latin typeface="HY견고딕" panose="02030600000101010101" pitchFamily="18" charset="-127"/>
                <a:ea typeface="HY견고딕" panose="02030600000101010101" pitchFamily="18" charset="-127"/>
              </a:rPr>
              <a:t>(2026.04.03) OSRnD</a:t>
            </a:r>
            <a:r>
              <a:rPr lang="ko-KR" altLang="en-US" sz="2000">
                <a:latin typeface="HY견고딕" panose="02030600000101010101" pitchFamily="18" charset="-127"/>
                <a:ea typeface="HY견고딕" panose="02030600000101010101" pitchFamily="18" charset="-127"/>
              </a:rPr>
              <a:t> 홈페이지 수정 내용</a:t>
            </a:r>
          </a:p>
        </p:txBody>
      </p:sp>
    </p:spTree>
    <p:extLst>
      <p:ext uri="{BB962C8B-B14F-4D97-AF65-F5344CB8AC3E}">
        <p14:creationId xmlns:p14="http://schemas.microsoft.com/office/powerpoint/2010/main" val="2354482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112</Words>
  <Application>Microsoft Office PowerPoint</Application>
  <PresentationFormat>A4 용지(210x297mm)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HY견고딕</vt:lpstr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aje</dc:creator>
  <cp:lastModifiedBy>aje</cp:lastModifiedBy>
  <cp:revision>1</cp:revision>
  <dcterms:created xsi:type="dcterms:W3CDTF">2026-04-03T07:16:04Z</dcterms:created>
  <dcterms:modified xsi:type="dcterms:W3CDTF">2026-04-03T07:16:36Z</dcterms:modified>
</cp:coreProperties>
</file>