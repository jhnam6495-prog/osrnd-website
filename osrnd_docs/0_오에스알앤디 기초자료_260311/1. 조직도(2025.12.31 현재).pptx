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</p:sldIdLst>
  <p:sldSz cx="9906000" cy="6858000" type="A4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528" y="8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제목 슬라이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742950" y="1122363"/>
            <a:ext cx="84201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238250" y="3602038"/>
            <a:ext cx="74295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ko-KR" altLang="en-US"/>
              <a:t>클릭하여 마스터 부제목 스타일 편집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6555069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제목 및 내용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9530066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구역 머리글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5879" y="1709740"/>
            <a:ext cx="8543925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879" y="4589465"/>
            <a:ext cx="8543925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13539619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콘텐츠 2개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81038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14913" y="1825625"/>
            <a:ext cx="4210050" cy="435133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14547126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비교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365127"/>
            <a:ext cx="8543925" cy="1325563"/>
          </a:xfrm>
        </p:spPr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2329" y="1681163"/>
            <a:ext cx="4190702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82329" y="2505075"/>
            <a:ext cx="4190702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14913" y="1681163"/>
            <a:ext cx="4211340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14913" y="2505075"/>
            <a:ext cx="4211340" cy="3684588"/>
          </a:xfrm>
        </p:spPr>
        <p:txBody>
          <a:bodyPr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510522458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제목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60711979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빈 화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535502971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캡션 있는 콘텐츠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211340" y="987427"/>
            <a:ext cx="5014913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30818113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캡션 있는 그림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2328" y="457200"/>
            <a:ext cx="3194943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4211340" y="987427"/>
            <a:ext cx="5014913" cy="4873625"/>
          </a:xfrm>
        </p:spPr>
        <p:txBody>
          <a:bodyPr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ko-KR" altLang="en-US"/>
              <a:t>그림을 추가하려면 아이콘을 클릭하십시오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82328" y="2057400"/>
            <a:ext cx="3194943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ko-KR" altLang="en-US"/>
              <a:t>마스터 텍스트 스타일을 편집하려면 클릭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49987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제목 및 세로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82012822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세로 제목 및 텍스트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088982" y="365125"/>
            <a:ext cx="2135981" cy="5811838"/>
          </a:xfrm>
        </p:spPr>
        <p:txBody>
          <a:bodyPr vert="eaVert"/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81038" y="365125"/>
            <a:ext cx="6284119" cy="5811838"/>
          </a:xfrm>
        </p:spPr>
        <p:txBody>
          <a:bodyPr vert="eaVert"/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251450603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81038" y="365127"/>
            <a:ext cx="8543925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ko-KR" altLang="en-US"/>
              <a:t>마스터 제목 스타일 편집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1038" y="1825625"/>
            <a:ext cx="8543925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ko-KR" altLang="en-US"/>
              <a:t>마스터 텍스트 스타일을 편집하려면 클릭</a:t>
            </a:r>
          </a:p>
          <a:p>
            <a:pPr lvl="1"/>
            <a:r>
              <a:rPr lang="ko-KR" altLang="en-US"/>
              <a:t>두 번째 수준</a:t>
            </a:r>
          </a:p>
          <a:p>
            <a:pPr lvl="2"/>
            <a:r>
              <a:rPr lang="ko-KR" altLang="en-US"/>
              <a:t>세 번째 수준</a:t>
            </a:r>
          </a:p>
          <a:p>
            <a:pPr lvl="3"/>
            <a:r>
              <a:rPr lang="ko-KR" altLang="en-US"/>
              <a:t>네 번째 수준</a:t>
            </a:r>
          </a:p>
          <a:p>
            <a:pPr lvl="4"/>
            <a:r>
              <a:rPr lang="ko-KR" altLang="en-US"/>
              <a:t>다섯 번째 수준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81038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D590C523-5A32-412F-976F-B076253FCE9B}" type="datetimeFigureOut">
              <a:rPr lang="ko-KR" altLang="en-US" smtClean="0"/>
              <a:t>2026-01-20</a:t>
            </a:fld>
            <a:endParaRPr lang="ko-KR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281363" y="6356352"/>
            <a:ext cx="3343275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ko-KR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996113" y="6356352"/>
            <a:ext cx="2228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5A25412-5D86-4040-8751-EA4D4B273CCE}" type="slidenum">
              <a:rPr lang="ko-KR" altLang="en-US" smtClean="0"/>
              <a:t>‹#›</a:t>
            </a:fld>
            <a:endParaRPr lang="ko-KR" altLang="en-US"/>
          </a:p>
        </p:txBody>
      </p:sp>
    </p:spTree>
    <p:extLst>
      <p:ext uri="{BB962C8B-B14F-4D97-AF65-F5344CB8AC3E}">
        <p14:creationId xmlns:p14="http://schemas.microsoft.com/office/powerpoint/2010/main" val="66212518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914400" rtl="0" eaLnBrk="1" latinLnBrk="1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1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1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1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직사각형 3">
            <a:extLst>
              <a:ext uri="{FF2B5EF4-FFF2-40B4-BE49-F238E27FC236}">
                <a16:creationId xmlns:a16="http://schemas.microsoft.com/office/drawing/2014/main" id="{7C72734F-2C14-4EF7-8823-20A440AFF686}"/>
              </a:ext>
            </a:extLst>
          </p:cNvPr>
          <p:cNvSpPr/>
          <p:nvPr/>
        </p:nvSpPr>
        <p:spPr>
          <a:xfrm>
            <a:off x="733234" y="304038"/>
            <a:ext cx="2711768" cy="53492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463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조 직 도 </a:t>
            </a:r>
            <a:r>
              <a:rPr lang="en-US" altLang="ko-KR" sz="1463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(2025.12.31 </a:t>
            </a:r>
            <a:r>
              <a:rPr lang="ko-KR" altLang="en-US" sz="1463" b="1" dirty="0">
                <a:solidFill>
                  <a:schemeClr val="tx1"/>
                </a:solidFill>
                <a:latin typeface="굴림체" panose="020B0609000101010101" pitchFamily="49" charset="-127"/>
                <a:ea typeface="굴림체" panose="020B0609000101010101" pitchFamily="49" charset="-127"/>
              </a:rPr>
              <a:t>현재</a:t>
            </a:r>
          </a:p>
        </p:txBody>
      </p:sp>
      <p:sp>
        <p:nvSpPr>
          <p:cNvPr id="5" name="직사각형 4">
            <a:extLst>
              <a:ext uri="{FF2B5EF4-FFF2-40B4-BE49-F238E27FC236}">
                <a16:creationId xmlns:a16="http://schemas.microsoft.com/office/drawing/2014/main" id="{D93E54A8-65C0-4ED7-BF99-D184C6C38908}"/>
              </a:ext>
            </a:extLst>
          </p:cNvPr>
          <p:cNvSpPr/>
          <p:nvPr/>
        </p:nvSpPr>
        <p:spPr>
          <a:xfrm>
            <a:off x="4120622" y="1093423"/>
            <a:ext cx="1719620" cy="400264"/>
          </a:xfrm>
          <a:prstGeom prst="rect">
            <a:avLst/>
          </a:prstGeom>
          <a:solidFill>
            <a:srgbClr val="0070C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bg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대표이사</a:t>
            </a:r>
          </a:p>
        </p:txBody>
      </p:sp>
      <p:sp>
        <p:nvSpPr>
          <p:cNvPr id="6" name="직사각형 5">
            <a:extLst>
              <a:ext uri="{FF2B5EF4-FFF2-40B4-BE49-F238E27FC236}">
                <a16:creationId xmlns:a16="http://schemas.microsoft.com/office/drawing/2014/main" id="{5BD6890C-E9C7-45CE-BAB6-E31E2D1B66B6}"/>
              </a:ext>
            </a:extLst>
          </p:cNvPr>
          <p:cNvSpPr/>
          <p:nvPr/>
        </p:nvSpPr>
        <p:spPr>
          <a:xfrm>
            <a:off x="4120621" y="147820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권 오 수</a:t>
            </a:r>
          </a:p>
        </p:txBody>
      </p:sp>
      <p:sp>
        <p:nvSpPr>
          <p:cNvPr id="7" name="직사각형 6">
            <a:extLst>
              <a:ext uri="{FF2B5EF4-FFF2-40B4-BE49-F238E27FC236}">
                <a16:creationId xmlns:a16="http://schemas.microsoft.com/office/drawing/2014/main" id="{3F70DC10-B540-4618-8070-25BB4012F5BD}"/>
              </a:ext>
            </a:extLst>
          </p:cNvPr>
          <p:cNvSpPr/>
          <p:nvPr/>
        </p:nvSpPr>
        <p:spPr>
          <a:xfrm>
            <a:off x="4120622" y="2185714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부 사 장</a:t>
            </a:r>
          </a:p>
        </p:txBody>
      </p:sp>
      <p:sp>
        <p:nvSpPr>
          <p:cNvPr id="8" name="직사각형 7">
            <a:extLst>
              <a:ext uri="{FF2B5EF4-FFF2-40B4-BE49-F238E27FC236}">
                <a16:creationId xmlns:a16="http://schemas.microsoft.com/office/drawing/2014/main" id="{48CE49E4-2912-4E6F-94A8-892BC0932674}"/>
              </a:ext>
            </a:extLst>
          </p:cNvPr>
          <p:cNvSpPr/>
          <p:nvPr/>
        </p:nvSpPr>
        <p:spPr>
          <a:xfrm>
            <a:off x="4120621" y="2570500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</a:t>
            </a:r>
          </a:p>
        </p:txBody>
      </p:sp>
      <p:sp>
        <p:nvSpPr>
          <p:cNvPr id="9" name="직사각형 8">
            <a:extLst>
              <a:ext uri="{FF2B5EF4-FFF2-40B4-BE49-F238E27FC236}">
                <a16:creationId xmlns:a16="http://schemas.microsoft.com/office/drawing/2014/main" id="{FE53926C-70D4-4E47-83C8-FDA79B740FB9}"/>
              </a:ext>
            </a:extLst>
          </p:cNvPr>
          <p:cNvSpPr/>
          <p:nvPr/>
        </p:nvSpPr>
        <p:spPr>
          <a:xfrm>
            <a:off x="1477411" y="34869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ESG </a:t>
            </a:r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추진팀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0" name="직사각형 9">
            <a:extLst>
              <a:ext uri="{FF2B5EF4-FFF2-40B4-BE49-F238E27FC236}">
                <a16:creationId xmlns:a16="http://schemas.microsoft.com/office/drawing/2014/main" id="{9D04284E-7DDD-4F2A-A9B4-B3B391C4ACB5}"/>
              </a:ext>
            </a:extLst>
          </p:cNvPr>
          <p:cNvSpPr/>
          <p:nvPr/>
        </p:nvSpPr>
        <p:spPr>
          <a:xfrm>
            <a:off x="1477410" y="38717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1" name="직사각형 10">
            <a:extLst>
              <a:ext uri="{FF2B5EF4-FFF2-40B4-BE49-F238E27FC236}">
                <a16:creationId xmlns:a16="http://schemas.microsoft.com/office/drawing/2014/main" id="{B0C5E75B-9031-47F3-ADB0-1714FC880C1D}"/>
              </a:ext>
            </a:extLst>
          </p:cNvPr>
          <p:cNvSpPr/>
          <p:nvPr/>
        </p:nvSpPr>
        <p:spPr>
          <a:xfrm>
            <a:off x="6832747" y="34869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QESH 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팀</a:t>
            </a:r>
          </a:p>
        </p:txBody>
      </p:sp>
      <p:sp>
        <p:nvSpPr>
          <p:cNvPr id="12" name="직사각형 11">
            <a:extLst>
              <a:ext uri="{FF2B5EF4-FFF2-40B4-BE49-F238E27FC236}">
                <a16:creationId xmlns:a16="http://schemas.microsoft.com/office/drawing/2014/main" id="{38CE3DAF-F1B6-4A3B-BB2E-2DE8C548FF56}"/>
              </a:ext>
            </a:extLst>
          </p:cNvPr>
          <p:cNvSpPr/>
          <p:nvPr/>
        </p:nvSpPr>
        <p:spPr>
          <a:xfrm>
            <a:off x="6832746" y="38717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대표이사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3" name="직사각형 12">
            <a:extLst>
              <a:ext uri="{FF2B5EF4-FFF2-40B4-BE49-F238E27FC236}">
                <a16:creationId xmlns:a16="http://schemas.microsoft.com/office/drawing/2014/main" id="{78138908-8430-406C-8B31-0039751F9391}"/>
              </a:ext>
            </a:extLst>
          </p:cNvPr>
          <p:cNvSpPr/>
          <p:nvPr/>
        </p:nvSpPr>
        <p:spPr>
          <a:xfrm>
            <a:off x="4120622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기술영업부</a:t>
            </a:r>
          </a:p>
        </p:txBody>
      </p:sp>
      <p:sp>
        <p:nvSpPr>
          <p:cNvPr id="14" name="직사각형 13">
            <a:extLst>
              <a:ext uri="{FF2B5EF4-FFF2-40B4-BE49-F238E27FC236}">
                <a16:creationId xmlns:a16="http://schemas.microsoft.com/office/drawing/2014/main" id="{5B8E962D-DE63-4A50-B690-9098885CA53F}"/>
              </a:ext>
            </a:extLst>
          </p:cNvPr>
          <p:cNvSpPr/>
          <p:nvPr/>
        </p:nvSpPr>
        <p:spPr>
          <a:xfrm>
            <a:off x="4120621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5" name="직사각형 14">
            <a:extLst>
              <a:ext uri="{FF2B5EF4-FFF2-40B4-BE49-F238E27FC236}">
                <a16:creationId xmlns:a16="http://schemas.microsoft.com/office/drawing/2014/main" id="{5EF31DA9-93B9-4291-A236-C53E2AA36B9C}"/>
              </a:ext>
            </a:extLst>
          </p:cNvPr>
          <p:cNvSpPr/>
          <p:nvPr/>
        </p:nvSpPr>
        <p:spPr>
          <a:xfrm>
            <a:off x="2129378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연구개발부</a:t>
            </a:r>
          </a:p>
        </p:txBody>
      </p:sp>
      <p:sp>
        <p:nvSpPr>
          <p:cNvPr id="16" name="직사각형 15">
            <a:extLst>
              <a:ext uri="{FF2B5EF4-FFF2-40B4-BE49-F238E27FC236}">
                <a16:creationId xmlns:a16="http://schemas.microsoft.com/office/drawing/2014/main" id="{36DE8B6B-C79F-4270-B5DE-51EA0A714CE1}"/>
              </a:ext>
            </a:extLst>
          </p:cNvPr>
          <p:cNvSpPr/>
          <p:nvPr/>
        </p:nvSpPr>
        <p:spPr>
          <a:xfrm>
            <a:off x="2129377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대표이사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7" name="직사각형 16">
            <a:extLst>
              <a:ext uri="{FF2B5EF4-FFF2-40B4-BE49-F238E27FC236}">
                <a16:creationId xmlns:a16="http://schemas.microsoft.com/office/drawing/2014/main" id="{697EEBAD-406F-433B-863F-DB8A791A9B52}"/>
              </a:ext>
            </a:extLst>
          </p:cNvPr>
          <p:cNvSpPr/>
          <p:nvPr/>
        </p:nvSpPr>
        <p:spPr>
          <a:xfrm>
            <a:off x="142708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엔지니어링부</a:t>
            </a:r>
          </a:p>
        </p:txBody>
      </p:sp>
      <p:sp>
        <p:nvSpPr>
          <p:cNvPr id="18" name="직사각형 17">
            <a:extLst>
              <a:ext uri="{FF2B5EF4-FFF2-40B4-BE49-F238E27FC236}">
                <a16:creationId xmlns:a16="http://schemas.microsoft.com/office/drawing/2014/main" id="{C6E62656-A686-4683-A2F5-D6B71C93E3CF}"/>
              </a:ext>
            </a:extLst>
          </p:cNvPr>
          <p:cNvSpPr/>
          <p:nvPr/>
        </p:nvSpPr>
        <p:spPr>
          <a:xfrm>
            <a:off x="142707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19" name="직사각형 18">
            <a:extLst>
              <a:ext uri="{FF2B5EF4-FFF2-40B4-BE49-F238E27FC236}">
                <a16:creationId xmlns:a16="http://schemas.microsoft.com/office/drawing/2014/main" id="{8817657C-EC5F-429A-8798-FC069E5F7734}"/>
              </a:ext>
            </a:extLst>
          </p:cNvPr>
          <p:cNvSpPr/>
          <p:nvPr/>
        </p:nvSpPr>
        <p:spPr>
          <a:xfrm>
            <a:off x="8103109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협력업체</a:t>
            </a:r>
          </a:p>
        </p:txBody>
      </p:sp>
      <p:sp>
        <p:nvSpPr>
          <p:cNvPr id="20" name="직사각형 19">
            <a:extLst>
              <a:ext uri="{FF2B5EF4-FFF2-40B4-BE49-F238E27FC236}">
                <a16:creationId xmlns:a16="http://schemas.microsoft.com/office/drawing/2014/main" id="{79623E58-F8C7-4B73-B361-9BCD7AF24D49}"/>
              </a:ext>
            </a:extLst>
          </p:cNvPr>
          <p:cNvSpPr/>
          <p:nvPr/>
        </p:nvSpPr>
        <p:spPr>
          <a:xfrm>
            <a:off x="8103108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두일계전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등</a:t>
            </a:r>
          </a:p>
        </p:txBody>
      </p:sp>
      <p:sp>
        <p:nvSpPr>
          <p:cNvPr id="21" name="직사각형 20">
            <a:extLst>
              <a:ext uri="{FF2B5EF4-FFF2-40B4-BE49-F238E27FC236}">
                <a16:creationId xmlns:a16="http://schemas.microsoft.com/office/drawing/2014/main" id="{FEAD3E21-0FF3-4CF0-A3EC-26B3A20EE6F0}"/>
              </a:ext>
            </a:extLst>
          </p:cNvPr>
          <p:cNvSpPr/>
          <p:nvPr/>
        </p:nvSpPr>
        <p:spPr>
          <a:xfrm>
            <a:off x="6111865" y="4794873"/>
            <a:ext cx="1719620" cy="400264"/>
          </a:xfrm>
          <a:prstGeom prst="rect">
            <a:avLst/>
          </a:prstGeom>
          <a:solidFill>
            <a:srgbClr val="FFFF00"/>
          </a:solidFill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관 리 부</a:t>
            </a:r>
          </a:p>
        </p:txBody>
      </p:sp>
      <p:sp>
        <p:nvSpPr>
          <p:cNvPr id="22" name="직사각형 21">
            <a:extLst>
              <a:ext uri="{FF2B5EF4-FFF2-40B4-BE49-F238E27FC236}">
                <a16:creationId xmlns:a16="http://schemas.microsoft.com/office/drawing/2014/main" id="{23FD74F6-5B36-4F87-AEA4-BE84B66748DF}"/>
              </a:ext>
            </a:extLst>
          </p:cNvPr>
          <p:cNvSpPr/>
          <p:nvPr/>
        </p:nvSpPr>
        <p:spPr>
          <a:xfrm>
            <a:off x="6111864" y="5179659"/>
            <a:ext cx="1719620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박 동 근 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(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겸</a:t>
            </a:r>
            <a:r>
              <a:rPr lang="en-US" altLang="ko-KR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)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3" name="직사각형 22">
            <a:extLst>
              <a:ext uri="{FF2B5EF4-FFF2-40B4-BE49-F238E27FC236}">
                <a16:creationId xmlns:a16="http://schemas.microsoft.com/office/drawing/2014/main" id="{CB3360C1-1ADA-4F93-B0B2-7A0B78AE89CB}"/>
              </a:ext>
            </a:extLst>
          </p:cNvPr>
          <p:cNvSpPr/>
          <p:nvPr/>
        </p:nvSpPr>
        <p:spPr>
          <a:xfrm>
            <a:off x="2129377" y="5717987"/>
            <a:ext cx="1594652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성락일 부장</a:t>
            </a:r>
            <a:endParaRPr lang="ko-KR" altLang="en-US" sz="1300" b="1" dirty="0">
              <a:solidFill>
                <a:schemeClr val="tx1"/>
              </a:solidFill>
              <a:latin typeface="HY헤드라인M" panose="02030600000101010101" pitchFamily="18" charset="-127"/>
              <a:ea typeface="HY헤드라인M" panose="02030600000101010101" pitchFamily="18" charset="-127"/>
            </a:endParaRPr>
          </a:p>
        </p:txBody>
      </p:sp>
      <p:sp>
        <p:nvSpPr>
          <p:cNvPr id="24" name="직사각형 23">
            <a:extLst>
              <a:ext uri="{FF2B5EF4-FFF2-40B4-BE49-F238E27FC236}">
                <a16:creationId xmlns:a16="http://schemas.microsoft.com/office/drawing/2014/main" id="{25B9CDE0-F46A-41C7-97D6-AC96B52C0413}"/>
              </a:ext>
            </a:extLst>
          </p:cNvPr>
          <p:cNvSpPr/>
          <p:nvPr/>
        </p:nvSpPr>
        <p:spPr>
          <a:xfrm>
            <a:off x="6111864" y="5719772"/>
            <a:ext cx="1594652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이지홍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실장</a:t>
            </a:r>
          </a:p>
        </p:txBody>
      </p:sp>
      <p:sp>
        <p:nvSpPr>
          <p:cNvPr id="25" name="직사각형 24">
            <a:extLst>
              <a:ext uri="{FF2B5EF4-FFF2-40B4-BE49-F238E27FC236}">
                <a16:creationId xmlns:a16="http://schemas.microsoft.com/office/drawing/2014/main" id="{5BE63694-8D4A-4C3E-AD63-5024B31CD727}"/>
              </a:ext>
            </a:extLst>
          </p:cNvPr>
          <p:cNvSpPr/>
          <p:nvPr/>
        </p:nvSpPr>
        <p:spPr>
          <a:xfrm>
            <a:off x="142707" y="5717987"/>
            <a:ext cx="1594652" cy="400264"/>
          </a:xfrm>
          <a:prstGeom prst="rect">
            <a:avLst/>
          </a:prstGeom>
          <a:noFill/>
          <a:ln w="222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ko-KR" altLang="en-US" sz="1300" b="1" dirty="0" err="1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김상종</a:t>
            </a:r>
            <a:r>
              <a:rPr lang="ko-KR" altLang="en-US" sz="1300" b="1" dirty="0">
                <a:solidFill>
                  <a:schemeClr val="tx1"/>
                </a:solidFill>
                <a:latin typeface="HY헤드라인M" panose="02030600000101010101" pitchFamily="18" charset="-127"/>
                <a:ea typeface="HY헤드라인M" panose="02030600000101010101" pitchFamily="18" charset="-127"/>
              </a:rPr>
              <a:t> 부장</a:t>
            </a:r>
          </a:p>
        </p:txBody>
      </p:sp>
    </p:spTree>
    <p:extLst>
      <p:ext uri="{BB962C8B-B14F-4D97-AF65-F5344CB8AC3E}">
        <p14:creationId xmlns:p14="http://schemas.microsoft.com/office/powerpoint/2010/main" val="3111960836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테마">
  <a:themeElements>
    <a:clrScheme name="Office 테마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 테마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 테마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9</TotalTime>
  <Words>67</Words>
  <Application>Microsoft Office PowerPoint</Application>
  <PresentationFormat>A4 용지(210x297mm)</PresentationFormat>
  <Paragraphs>22</Paragraphs>
  <Slides>1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5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1</vt:i4>
      </vt:variant>
    </vt:vector>
  </HeadingPairs>
  <TitlesOfParts>
    <vt:vector size="7" baseType="lpstr">
      <vt:lpstr>HY헤드라인M</vt:lpstr>
      <vt:lpstr>굴림체</vt:lpstr>
      <vt:lpstr>Arial</vt:lpstr>
      <vt:lpstr>Calibri</vt:lpstr>
      <vt:lpstr>Calibri Light</vt:lpstr>
      <vt:lpstr>Office 테마</vt:lpstr>
      <vt:lpstr>PowerPoint 프레젠테이션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USER</dc:creator>
  <cp:lastModifiedBy>USER</cp:lastModifiedBy>
  <cp:revision>2</cp:revision>
  <dcterms:created xsi:type="dcterms:W3CDTF">2026-01-20T02:34:09Z</dcterms:created>
  <dcterms:modified xsi:type="dcterms:W3CDTF">2026-01-20T02:43:24Z</dcterms:modified>
</cp:coreProperties>
</file>