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2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50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300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396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71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2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119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502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81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87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12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50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125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C72734F-2C14-4EF7-8823-20A440AFF686}"/>
              </a:ext>
            </a:extLst>
          </p:cNvPr>
          <p:cNvSpPr/>
          <p:nvPr/>
        </p:nvSpPr>
        <p:spPr>
          <a:xfrm>
            <a:off x="733234" y="304038"/>
            <a:ext cx="2711768" cy="53492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조 직 도 </a:t>
            </a:r>
            <a:r>
              <a:rPr lang="en-US" altLang="ko-KR" sz="1463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(2025.12.31 </a:t>
            </a:r>
            <a:r>
              <a:rPr lang="ko-KR" altLang="en-US" sz="1463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현재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3E54A8-65C0-4ED7-BF99-D184C6C38908}"/>
              </a:ext>
            </a:extLst>
          </p:cNvPr>
          <p:cNvSpPr/>
          <p:nvPr/>
        </p:nvSpPr>
        <p:spPr>
          <a:xfrm>
            <a:off x="4120622" y="1093423"/>
            <a:ext cx="1719620" cy="400264"/>
          </a:xfrm>
          <a:prstGeom prst="rect">
            <a:avLst/>
          </a:prstGeom>
          <a:solidFill>
            <a:srgbClr val="0070C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대표이사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D6890C-E9C7-45CE-BAB6-E31E2D1B66B6}"/>
              </a:ext>
            </a:extLst>
          </p:cNvPr>
          <p:cNvSpPr/>
          <p:nvPr/>
        </p:nvSpPr>
        <p:spPr>
          <a:xfrm>
            <a:off x="4120621" y="1478209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권 오 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70DC10-B540-4618-8070-25BB4012F5BD}"/>
              </a:ext>
            </a:extLst>
          </p:cNvPr>
          <p:cNvSpPr/>
          <p:nvPr/>
        </p:nvSpPr>
        <p:spPr>
          <a:xfrm>
            <a:off x="4120622" y="2185714"/>
            <a:ext cx="1719620" cy="400264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부 사 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CE49E4-2912-4E6F-94A8-892BC0932674}"/>
              </a:ext>
            </a:extLst>
          </p:cNvPr>
          <p:cNvSpPr/>
          <p:nvPr/>
        </p:nvSpPr>
        <p:spPr>
          <a:xfrm>
            <a:off x="4120621" y="2570500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박 동 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53926C-70D4-4E47-83C8-FDA79B740FB9}"/>
              </a:ext>
            </a:extLst>
          </p:cNvPr>
          <p:cNvSpPr/>
          <p:nvPr/>
        </p:nvSpPr>
        <p:spPr>
          <a:xfrm>
            <a:off x="1477411" y="3486973"/>
            <a:ext cx="1719620" cy="400264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ESG </a:t>
            </a:r>
            <a:r>
              <a:rPr lang="ko-KR" altLang="en-US" sz="1300" b="1" dirty="0" err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추진팀</a:t>
            </a:r>
            <a:endParaRPr lang="ko-KR" altLang="en-US" sz="1300" b="1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04284E-7DDD-4F2A-A9B4-B3B391C4ACB5}"/>
              </a:ext>
            </a:extLst>
          </p:cNvPr>
          <p:cNvSpPr/>
          <p:nvPr/>
        </p:nvSpPr>
        <p:spPr>
          <a:xfrm>
            <a:off x="1477410" y="3871759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박 동 근 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겸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300" b="1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C5E75B-9031-47F3-ADB0-1714FC880C1D}"/>
              </a:ext>
            </a:extLst>
          </p:cNvPr>
          <p:cNvSpPr/>
          <p:nvPr/>
        </p:nvSpPr>
        <p:spPr>
          <a:xfrm>
            <a:off x="6832747" y="3486973"/>
            <a:ext cx="1719620" cy="400264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QESH 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CE3DAF-F1B6-4A3B-BB2E-2DE8C548FF56}"/>
              </a:ext>
            </a:extLst>
          </p:cNvPr>
          <p:cNvSpPr/>
          <p:nvPr/>
        </p:nvSpPr>
        <p:spPr>
          <a:xfrm>
            <a:off x="6832746" y="3871759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대표이사 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겸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300" b="1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138908-8430-406C-8B31-0039751F9391}"/>
              </a:ext>
            </a:extLst>
          </p:cNvPr>
          <p:cNvSpPr/>
          <p:nvPr/>
        </p:nvSpPr>
        <p:spPr>
          <a:xfrm>
            <a:off x="4120622" y="4794873"/>
            <a:ext cx="1719620" cy="400264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기술영업부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8E962D-DE63-4A50-B690-9098885CA53F}"/>
              </a:ext>
            </a:extLst>
          </p:cNvPr>
          <p:cNvSpPr/>
          <p:nvPr/>
        </p:nvSpPr>
        <p:spPr>
          <a:xfrm>
            <a:off x="4120621" y="5179659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박 동 근 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겸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300" b="1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F31DA9-93B9-4291-A236-C53E2AA36B9C}"/>
              </a:ext>
            </a:extLst>
          </p:cNvPr>
          <p:cNvSpPr/>
          <p:nvPr/>
        </p:nvSpPr>
        <p:spPr>
          <a:xfrm>
            <a:off x="2129378" y="4794873"/>
            <a:ext cx="1719620" cy="400264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연구개발부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6DE8B6B-C79F-4270-B5DE-51EA0A714CE1}"/>
              </a:ext>
            </a:extLst>
          </p:cNvPr>
          <p:cNvSpPr/>
          <p:nvPr/>
        </p:nvSpPr>
        <p:spPr>
          <a:xfrm>
            <a:off x="2129377" y="5179659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대표이사 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겸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300" b="1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97EEBAD-406F-433B-863F-DB8A791A9B52}"/>
              </a:ext>
            </a:extLst>
          </p:cNvPr>
          <p:cNvSpPr/>
          <p:nvPr/>
        </p:nvSpPr>
        <p:spPr>
          <a:xfrm>
            <a:off x="142708" y="4794873"/>
            <a:ext cx="1719620" cy="400264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엔지니어링부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6E62656-A686-4683-A2F5-D6B71C93E3CF}"/>
              </a:ext>
            </a:extLst>
          </p:cNvPr>
          <p:cNvSpPr/>
          <p:nvPr/>
        </p:nvSpPr>
        <p:spPr>
          <a:xfrm>
            <a:off x="142707" y="5179659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박 동 근 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겸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300" b="1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817657C-EC5F-429A-8798-FC069E5F7734}"/>
              </a:ext>
            </a:extLst>
          </p:cNvPr>
          <p:cNvSpPr/>
          <p:nvPr/>
        </p:nvSpPr>
        <p:spPr>
          <a:xfrm>
            <a:off x="8103109" y="4794873"/>
            <a:ext cx="1719620" cy="400264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협력업체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9623E58-F8C7-4B73-B361-9BCD7AF24D49}"/>
              </a:ext>
            </a:extLst>
          </p:cNvPr>
          <p:cNvSpPr/>
          <p:nvPr/>
        </p:nvSpPr>
        <p:spPr>
          <a:xfrm>
            <a:off x="8103108" y="5179659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 err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두일계전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등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AD3E21-0FF3-4CF0-A3EC-26B3A20EE6F0}"/>
              </a:ext>
            </a:extLst>
          </p:cNvPr>
          <p:cNvSpPr/>
          <p:nvPr/>
        </p:nvSpPr>
        <p:spPr>
          <a:xfrm>
            <a:off x="6111865" y="4794873"/>
            <a:ext cx="1719620" cy="400264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 리 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3FD74F6-5B36-4F87-AEA4-BE84B66748DF}"/>
              </a:ext>
            </a:extLst>
          </p:cNvPr>
          <p:cNvSpPr/>
          <p:nvPr/>
        </p:nvSpPr>
        <p:spPr>
          <a:xfrm>
            <a:off x="6111864" y="5179659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박 동 근 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겸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300" b="1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3360C1-1ADA-4F93-B0B2-7A0B78AE89CB}"/>
              </a:ext>
            </a:extLst>
          </p:cNvPr>
          <p:cNvSpPr/>
          <p:nvPr/>
        </p:nvSpPr>
        <p:spPr>
          <a:xfrm>
            <a:off x="2129377" y="5717987"/>
            <a:ext cx="1594652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성락일 부장</a:t>
            </a:r>
            <a:endParaRPr lang="ko-KR" altLang="en-US" sz="1300" b="1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B9CDE0-F46A-41C7-97D6-AC96B52C0413}"/>
              </a:ext>
            </a:extLst>
          </p:cNvPr>
          <p:cNvSpPr/>
          <p:nvPr/>
        </p:nvSpPr>
        <p:spPr>
          <a:xfrm>
            <a:off x="6111864" y="5719772"/>
            <a:ext cx="1594652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 err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이지홍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실장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BE63694-8D4A-4C3E-AD63-5024B31CD727}"/>
              </a:ext>
            </a:extLst>
          </p:cNvPr>
          <p:cNvSpPr/>
          <p:nvPr/>
        </p:nvSpPr>
        <p:spPr>
          <a:xfrm>
            <a:off x="142707" y="5717987"/>
            <a:ext cx="1594652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 err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김상종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부장</a:t>
            </a:r>
          </a:p>
        </p:txBody>
      </p:sp>
    </p:spTree>
    <p:extLst>
      <p:ext uri="{BB962C8B-B14F-4D97-AF65-F5344CB8AC3E}">
        <p14:creationId xmlns:p14="http://schemas.microsoft.com/office/powerpoint/2010/main" val="3111960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67</Words>
  <Application>Microsoft Office PowerPoint</Application>
  <PresentationFormat>A4 용지(210x297mm)</PresentationFormat>
  <Paragraphs>22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HY헤드라인M</vt:lpstr>
      <vt:lpstr>굴림체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</cp:revision>
  <dcterms:created xsi:type="dcterms:W3CDTF">2026-01-20T02:34:09Z</dcterms:created>
  <dcterms:modified xsi:type="dcterms:W3CDTF">2026-01-20T02:43:10Z</dcterms:modified>
</cp:coreProperties>
</file>